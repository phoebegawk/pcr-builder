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0" r:id="rId4"/>
  </p:sldMasterIdLst>
  <p:notesMasterIdLst>
    <p:notesMasterId r:id="rId6"/>
  </p:notesMasterIdLst>
  <p:sldIdLst>
    <p:sldId id="443" r:id="rId5"/>
  </p:sldIdLst>
  <p:sldSz cx="10693400" cy="7556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83F76"/>
    <a:srgbClr val="ECF09A"/>
    <a:srgbClr val="40233E"/>
    <a:srgbClr val="3E243D"/>
    <a:srgbClr val="5836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609D4A-64FC-314A-8C13-B8E1E88F2D03}" v="9" dt="2026-03-16T12:54:25.132"/>
  </p1510:revLst>
</p1510:revInfo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36773"/>
              </a:solidFill>
              <a:prstDash val="solid"/>
              <a:miter lim="400000"/>
            </a:ln>
          </a:left>
          <a:right>
            <a:ln w="3175" cap="flat">
              <a:solidFill>
                <a:srgbClr val="536773"/>
              </a:solidFill>
              <a:prstDash val="solid"/>
              <a:miter lim="400000"/>
            </a:ln>
          </a:right>
          <a:top>
            <a:ln w="3175" cap="flat">
              <a:solidFill>
                <a:srgbClr val="536773"/>
              </a:solidFill>
              <a:prstDash val="solid"/>
              <a:miter lim="400000"/>
            </a:ln>
          </a:top>
          <a:bottom>
            <a:ln w="3175" cap="flat">
              <a:solidFill>
                <a:srgbClr val="536773"/>
              </a:solidFill>
              <a:prstDash val="solid"/>
              <a:miter lim="400000"/>
            </a:ln>
          </a:bottom>
          <a:insideH>
            <a:ln w="3175" cap="flat">
              <a:solidFill>
                <a:srgbClr val="536773"/>
              </a:solidFill>
              <a:prstDash val="solid"/>
              <a:miter lim="400000"/>
            </a:ln>
          </a:insideH>
          <a:insideV>
            <a:ln w="3175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838383"/>
              </a:solidFill>
              <a:prstDash val="solid"/>
              <a:miter lim="400000"/>
            </a:ln>
          </a:left>
          <a:right>
            <a:ln w="3175" cap="flat">
              <a:solidFill>
                <a:srgbClr val="838383"/>
              </a:solidFill>
              <a:prstDash val="solid"/>
              <a:miter lim="400000"/>
            </a:ln>
          </a:right>
          <a:top>
            <a:ln w="3175" cap="flat">
              <a:solidFill>
                <a:srgbClr val="838383"/>
              </a:solidFill>
              <a:prstDash val="solid"/>
              <a:miter lim="400000"/>
            </a:ln>
          </a:top>
          <a:bottom>
            <a:ln w="3175" cap="flat">
              <a:solidFill>
                <a:srgbClr val="838383"/>
              </a:solidFill>
              <a:prstDash val="solid"/>
              <a:miter lim="400000"/>
            </a:ln>
          </a:bottom>
          <a:insideH>
            <a:ln w="3175" cap="flat">
              <a:solidFill>
                <a:srgbClr val="838383"/>
              </a:solidFill>
              <a:prstDash val="solid"/>
              <a:miter lim="400000"/>
            </a:ln>
          </a:insideH>
          <a:insideV>
            <a:ln w="3175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808080"/>
              </a:solidFill>
              <a:prstDash val="solid"/>
              <a:miter lim="400000"/>
            </a:ln>
          </a:right>
          <a:top>
            <a:ln w="3175" cap="flat">
              <a:solidFill>
                <a:srgbClr val="808080"/>
              </a:solidFill>
              <a:prstDash val="solid"/>
              <a:miter lim="400000"/>
            </a:ln>
          </a:top>
          <a:bottom>
            <a:ln w="3175" cap="flat">
              <a:solidFill>
                <a:srgbClr val="808080"/>
              </a:solidFill>
              <a:prstDash val="solid"/>
              <a:miter lim="400000"/>
            </a:ln>
          </a:bottom>
          <a:insideH>
            <a:ln w="3175" cap="flat">
              <a:solidFill>
                <a:srgbClr val="808080"/>
              </a:solidFill>
              <a:prstDash val="solid"/>
              <a:miter lim="400000"/>
            </a:ln>
          </a:insideH>
          <a:insideV>
            <a:ln w="3175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chemeClr val="accent3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4D4D4D"/>
              </a:solidFill>
              <a:prstDash val="solid"/>
              <a:miter lim="400000"/>
            </a:ln>
          </a:left>
          <a:right>
            <a:ln w="3175" cap="flat">
              <a:solidFill>
                <a:srgbClr val="4D4D4D"/>
              </a:solidFill>
              <a:prstDash val="solid"/>
              <a:miter lim="400000"/>
            </a:ln>
          </a:right>
          <a:top>
            <a:ln w="3175" cap="flat">
              <a:solidFill>
                <a:srgbClr val="4D4D4D"/>
              </a:solidFill>
              <a:prstDash val="solid"/>
              <a:miter lim="400000"/>
            </a:ln>
          </a:top>
          <a:bottom>
            <a:ln w="3175" cap="flat">
              <a:solidFill>
                <a:srgbClr val="4D4D4D"/>
              </a:solidFill>
              <a:prstDash val="solid"/>
              <a:miter lim="400000"/>
            </a:ln>
          </a:bottom>
          <a:insideH>
            <a:ln w="3175" cap="flat">
              <a:solidFill>
                <a:srgbClr val="4D4D4D"/>
              </a:solidFill>
              <a:prstDash val="solid"/>
              <a:miter lim="400000"/>
            </a:ln>
          </a:insideH>
          <a:insideV>
            <a:ln w="3175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F8BA00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3175" cap="flat">
              <a:solidFill>
                <a:srgbClr val="5B5A5A"/>
              </a:solidFill>
              <a:prstDash val="solid"/>
              <a:miter lim="400000"/>
            </a:ln>
          </a:left>
          <a:right>
            <a:ln w="3175" cap="flat">
              <a:solidFill>
                <a:srgbClr val="5B5A5A"/>
              </a:solidFill>
              <a:prstDash val="solid"/>
              <a:miter lim="400000"/>
            </a:ln>
          </a:right>
          <a:top>
            <a:ln w="3175" cap="flat">
              <a:solidFill>
                <a:srgbClr val="5B5A5A"/>
              </a:solidFill>
              <a:prstDash val="solid"/>
              <a:miter lim="400000"/>
            </a:ln>
          </a:top>
          <a:bottom>
            <a:ln w="3175" cap="flat">
              <a:solidFill>
                <a:srgbClr val="5B5A5A"/>
              </a:solidFill>
              <a:prstDash val="solid"/>
              <a:miter lim="400000"/>
            </a:ln>
          </a:bottom>
          <a:insideH>
            <a:ln w="3175" cap="flat">
              <a:solidFill>
                <a:srgbClr val="5B5A5A"/>
              </a:solidFill>
              <a:prstDash val="solid"/>
              <a:miter lim="400000"/>
            </a:ln>
          </a:insideH>
          <a:insideV>
            <a:ln w="3175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464646"/>
              </a:solidFill>
              <a:prstDash val="solid"/>
              <a:miter lim="400000"/>
            </a:ln>
          </a:left>
          <a:right>
            <a:ln w="3175" cap="flat">
              <a:solidFill>
                <a:srgbClr val="464646"/>
              </a:solidFill>
              <a:prstDash val="solid"/>
              <a:miter lim="400000"/>
            </a:ln>
          </a:right>
          <a:top>
            <a:ln w="3175" cap="flat">
              <a:solidFill>
                <a:srgbClr val="464646"/>
              </a:solidFill>
              <a:prstDash val="solid"/>
              <a:miter lim="400000"/>
            </a:ln>
          </a:top>
          <a:bottom>
            <a:ln w="3175" cap="flat">
              <a:solidFill>
                <a:srgbClr val="464646"/>
              </a:solidFill>
              <a:prstDash val="solid"/>
              <a:miter lim="400000"/>
            </a:ln>
          </a:bottom>
          <a:insideH>
            <a:ln w="3175" cap="flat">
              <a:solidFill>
                <a:srgbClr val="464646"/>
              </a:solidFill>
              <a:prstDash val="solid"/>
              <a:miter lim="400000"/>
            </a:ln>
          </a:insideH>
          <a:insideV>
            <a:ln w="3175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A6AAA9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C3C3C3"/>
              </a:solidFill>
              <a:prstDash val="solid"/>
              <a:miter lim="400000"/>
            </a:ln>
          </a:top>
          <a:bottom>
            <a:ln w="3175" cap="flat">
              <a:solidFill>
                <a:srgbClr val="C3C3C3"/>
              </a:solidFill>
              <a:prstDash val="solid"/>
              <a:miter lim="400000"/>
            </a:ln>
          </a:bottom>
          <a:insideH>
            <a:ln w="3175" cap="flat">
              <a:solidFill>
                <a:srgbClr val="C3C3C3"/>
              </a:solidFill>
              <a:prstDash val="solid"/>
              <a:miter lim="400000"/>
            </a:ln>
          </a:insideH>
          <a:insideV>
            <a:ln w="3175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A6AAA9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B297B"/>
              </a:solidFill>
              <a:prstDash val="solid"/>
              <a:miter lim="400000"/>
            </a:ln>
          </a:top>
          <a:bottom>
            <a:ln w="3175" cap="flat">
              <a:solidFill>
                <a:srgbClr val="A6AAA9"/>
              </a:solidFill>
              <a:prstDash val="solid"/>
              <a:miter lim="400000"/>
            </a:ln>
          </a:bottom>
          <a:insideH>
            <a:ln w="3175" cap="flat">
              <a:solidFill>
                <a:srgbClr val="A6AAA9"/>
              </a:solidFill>
              <a:prstDash val="solid"/>
              <a:miter lim="400000"/>
            </a:ln>
          </a:insideH>
          <a:insideV>
            <a:ln w="3175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3175" cap="flat">
              <a:solidFill>
                <a:srgbClr val="A6AAA9"/>
              </a:solidFill>
              <a:prstDash val="solid"/>
              <a:miter lim="400000"/>
            </a:ln>
          </a:left>
          <a:right>
            <a:ln w="3175" cap="flat">
              <a:solidFill>
                <a:srgbClr val="A6AAA9"/>
              </a:solidFill>
              <a:prstDash val="solid"/>
              <a:miter lim="400000"/>
            </a:ln>
          </a:right>
          <a:top>
            <a:ln w="3175" cap="flat">
              <a:solidFill>
                <a:srgbClr val="A6AAA9"/>
              </a:solidFill>
              <a:prstDash val="solid"/>
              <a:miter lim="400000"/>
            </a:ln>
          </a:top>
          <a:bottom>
            <a:ln w="3175" cap="flat">
              <a:solidFill>
                <a:srgbClr val="A6AAA9"/>
              </a:solidFill>
              <a:prstDash val="solid"/>
              <a:miter lim="400000"/>
            </a:ln>
          </a:bottom>
          <a:insideH>
            <a:ln w="3175" cap="flat">
              <a:solidFill>
                <a:srgbClr val="A6AAA9"/>
              </a:solidFill>
              <a:prstDash val="solid"/>
              <a:miter lim="400000"/>
            </a:ln>
          </a:insideH>
          <a:insideV>
            <a:ln w="3175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6C6C6C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175" cap="flat">
              <a:solidFill>
                <a:srgbClr val="6C6C6C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3175" cap="flat">
              <a:solidFill>
                <a:srgbClr val="000000"/>
              </a:solidFill>
              <a:prstDash val="solid"/>
              <a:miter lim="400000"/>
            </a:ln>
          </a:left>
          <a:right>
            <a:ln w="3175" cap="flat">
              <a:solidFill>
                <a:srgbClr val="000000"/>
              </a:solidFill>
              <a:prstDash val="solid"/>
              <a:miter lim="400000"/>
            </a:ln>
          </a:right>
          <a:top>
            <a:ln w="3175" cap="flat">
              <a:solidFill>
                <a:srgbClr val="6C6C6C"/>
              </a:solidFill>
              <a:prstDash val="solid"/>
              <a:miter lim="400000"/>
            </a:ln>
          </a:top>
          <a:bottom>
            <a:ln w="3175" cap="flat">
              <a:solidFill>
                <a:srgbClr val="000000"/>
              </a:solidFill>
              <a:prstDash val="solid"/>
              <a:miter lim="400000"/>
            </a:ln>
          </a:bottom>
          <a:insideH>
            <a:ln w="3175" cap="flat">
              <a:solidFill>
                <a:srgbClr val="000000"/>
              </a:solidFill>
              <a:prstDash val="solid"/>
              <a:miter lim="400000"/>
            </a:ln>
          </a:insideH>
          <a:insideV>
            <a:ln w="3175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54" autoAdjust="0"/>
    <p:restoredTop sz="94719"/>
  </p:normalViewPr>
  <p:slideViewPr>
    <p:cSldViewPr snapToGrid="0">
      <p:cViewPr varScale="1">
        <p:scale>
          <a:sx n="109" d="100"/>
          <a:sy n="109" d="100"/>
        </p:scale>
        <p:origin x="11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6/11/relationships/changesInfo" Target="changesInfos/changesInfo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hoebe Grant" userId="75fb2f6f-a730-401c-a49c-7b6cdd90a996" providerId="ADAL" clId="{6195D9B0-FD28-541F-B4EB-6C420E16AB99}"/>
    <pc:docChg chg="undo custSel addSld delSld modSld">
      <pc:chgData name="Phoebe Grant" userId="75fb2f6f-a730-401c-a49c-7b6cdd90a996" providerId="ADAL" clId="{6195D9B0-FD28-541F-B4EB-6C420E16AB99}" dt="2026-03-16T13:01:37.283" v="269" actId="20577"/>
      <pc:docMkLst>
        <pc:docMk/>
      </pc:docMkLst>
      <pc:sldChg chg="addSp delSp modSp mod setBg">
        <pc:chgData name="Phoebe Grant" userId="75fb2f6f-a730-401c-a49c-7b6cdd90a996" providerId="ADAL" clId="{6195D9B0-FD28-541F-B4EB-6C420E16AB99}" dt="2026-03-16T13:01:37.283" v="269" actId="20577"/>
        <pc:sldMkLst>
          <pc:docMk/>
          <pc:sldMk cId="3313124838" sldId="443"/>
        </pc:sldMkLst>
        <pc:spChg chg="add del mod">
          <ac:chgData name="Phoebe Grant" userId="75fb2f6f-a730-401c-a49c-7b6cdd90a996" providerId="ADAL" clId="{6195D9B0-FD28-541F-B4EB-6C420E16AB99}" dt="2026-03-16T12:49:00.901" v="153" actId="478"/>
          <ac:spMkLst>
            <pc:docMk/>
            <pc:sldMk cId="3313124838" sldId="443"/>
            <ac:spMk id="2" creationId="{424C5F89-AAC6-0158-D3D6-BC8956A13755}"/>
          </ac:spMkLst>
        </pc:spChg>
        <pc:spChg chg="add mod">
          <ac:chgData name="Phoebe Grant" userId="75fb2f6f-a730-401c-a49c-7b6cdd90a996" providerId="ADAL" clId="{6195D9B0-FD28-541F-B4EB-6C420E16AB99}" dt="2026-03-16T13:01:30.686" v="258" actId="20577"/>
          <ac:spMkLst>
            <pc:docMk/>
            <pc:sldMk cId="3313124838" sldId="443"/>
            <ac:spMk id="3" creationId="{7A66D24E-33C8-E810-D5DC-D3C620C8F1F8}"/>
          </ac:spMkLst>
        </pc:spChg>
        <pc:spChg chg="mod">
          <ac:chgData name="Phoebe Grant" userId="75fb2f6f-a730-401c-a49c-7b6cdd90a996" providerId="ADAL" clId="{6195D9B0-FD28-541F-B4EB-6C420E16AB99}" dt="2026-03-16T13:01:37.283" v="269" actId="20577"/>
          <ac:spMkLst>
            <pc:docMk/>
            <pc:sldMk cId="3313124838" sldId="443"/>
            <ac:spMk id="8" creationId="{6A7BB386-3292-F31E-2370-6ECACCE3F9C3}"/>
          </ac:spMkLst>
        </pc:spChg>
        <pc:spChg chg="del mod">
          <ac:chgData name="Phoebe Grant" userId="75fb2f6f-a730-401c-a49c-7b6cdd90a996" providerId="ADAL" clId="{6195D9B0-FD28-541F-B4EB-6C420E16AB99}" dt="2026-03-16T12:54:28.607" v="179" actId="478"/>
          <ac:spMkLst>
            <pc:docMk/>
            <pc:sldMk cId="3313124838" sldId="443"/>
            <ac:spMk id="11" creationId="{EDE8B6C3-2956-5BBB-4577-C13B0C49D4F0}"/>
          </ac:spMkLst>
        </pc:spChg>
        <pc:spChg chg="del mod">
          <ac:chgData name="Phoebe Grant" userId="75fb2f6f-a730-401c-a49c-7b6cdd90a996" providerId="ADAL" clId="{6195D9B0-FD28-541F-B4EB-6C420E16AB99}" dt="2026-03-16T12:54:28.607" v="179" actId="478"/>
          <ac:spMkLst>
            <pc:docMk/>
            <pc:sldMk cId="3313124838" sldId="443"/>
            <ac:spMk id="12" creationId="{F332ADF0-85F0-963E-BF3C-529AD08A5B2B}"/>
          </ac:spMkLst>
        </pc:spChg>
        <pc:picChg chg="add del">
          <ac:chgData name="Phoebe Grant" userId="75fb2f6f-a730-401c-a49c-7b6cdd90a996" providerId="ADAL" clId="{6195D9B0-FD28-541F-B4EB-6C420E16AB99}" dt="2026-03-16T12:46:03.649" v="4" actId="478"/>
          <ac:picMkLst>
            <pc:docMk/>
            <pc:sldMk cId="3313124838" sldId="443"/>
            <ac:picMk id="5" creationId="{6BACCE3C-3782-6B30-9983-5DF469CE494B}"/>
          </ac:picMkLst>
        </pc:picChg>
      </pc:sldChg>
      <pc:sldChg chg="add del">
        <pc:chgData name="Phoebe Grant" userId="75fb2f6f-a730-401c-a49c-7b6cdd90a996" providerId="ADAL" clId="{6195D9B0-FD28-541F-B4EB-6C420E16AB99}" dt="2026-03-16T12:49:59.595" v="156" actId="2696"/>
        <pc:sldMkLst>
          <pc:docMk/>
          <pc:sldMk cId="321067158" sldId="444"/>
        </pc:sldMkLst>
      </pc:sldChg>
      <pc:sldChg chg="del">
        <pc:chgData name="Phoebe Grant" userId="75fb2f6f-a730-401c-a49c-7b6cdd90a996" providerId="ADAL" clId="{6195D9B0-FD28-541F-B4EB-6C420E16AB99}" dt="2026-03-16T12:45:49.942" v="0" actId="2696"/>
        <pc:sldMkLst>
          <pc:docMk/>
          <pc:sldMk cId="1089524065" sldId="450"/>
        </pc:sldMkLst>
      </pc:sldChg>
      <pc:sldChg chg="del">
        <pc:chgData name="Phoebe Grant" userId="75fb2f6f-a730-401c-a49c-7b6cdd90a996" providerId="ADAL" clId="{6195D9B0-FD28-541F-B4EB-6C420E16AB99}" dt="2026-03-16T12:45:49.942" v="0" actId="2696"/>
        <pc:sldMkLst>
          <pc:docMk/>
          <pc:sldMk cId="578993541" sldId="452"/>
        </pc:sldMkLst>
      </pc:sldChg>
      <pc:sldChg chg="del">
        <pc:chgData name="Phoebe Grant" userId="75fb2f6f-a730-401c-a49c-7b6cdd90a996" providerId="ADAL" clId="{6195D9B0-FD28-541F-B4EB-6C420E16AB99}" dt="2026-03-16T12:45:49.942" v="0" actId="2696"/>
        <pc:sldMkLst>
          <pc:docMk/>
          <pc:sldMk cId="1072308699" sldId="453"/>
        </pc:sldMkLst>
      </pc:sldChg>
      <pc:sldChg chg="del">
        <pc:chgData name="Phoebe Grant" userId="75fb2f6f-a730-401c-a49c-7b6cdd90a996" providerId="ADAL" clId="{6195D9B0-FD28-541F-B4EB-6C420E16AB99}" dt="2026-03-16T12:45:49.942" v="0" actId="2696"/>
        <pc:sldMkLst>
          <pc:docMk/>
          <pc:sldMk cId="1269851746" sldId="45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Shape 14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49" name="Shape 14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A17B5-5BF7-3CB3-316D-B2382A204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63A0E5-4DF1-45F1-AC7D-2FBA31B072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003300" y="685800"/>
            <a:ext cx="48514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CF90507-FA8E-A009-F57F-B5032E04A8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Page: Option 1</a:t>
            </a:r>
          </a:p>
        </p:txBody>
      </p:sp>
    </p:spTree>
    <p:extLst>
      <p:ext uri="{BB962C8B-B14F-4D97-AF65-F5344CB8AC3E}">
        <p14:creationId xmlns:p14="http://schemas.microsoft.com/office/powerpoint/2010/main" val="2518325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B0F39-7543-4EEE-D46A-3459951134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6675" y="1236678"/>
            <a:ext cx="8020050" cy="2630781"/>
          </a:xfrm>
        </p:spPr>
        <p:txBody>
          <a:bodyPr anchor="b"/>
          <a:lstStyle>
            <a:lvl1pPr algn="ctr">
              <a:defRPr sz="5263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D0BF4D-CA2F-C061-E7F7-A465A05FAF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6675" y="3968912"/>
            <a:ext cx="8020050" cy="1824404"/>
          </a:xfrm>
        </p:spPr>
        <p:txBody>
          <a:bodyPr/>
          <a:lstStyle>
            <a:lvl1pPr marL="0" indent="0" algn="ctr">
              <a:buNone/>
              <a:defRPr sz="2105"/>
            </a:lvl1pPr>
            <a:lvl2pPr marL="401010" indent="0" algn="ctr">
              <a:buNone/>
              <a:defRPr sz="1754"/>
            </a:lvl2pPr>
            <a:lvl3pPr marL="802020" indent="0" algn="ctr">
              <a:buNone/>
              <a:defRPr sz="1579"/>
            </a:lvl3pPr>
            <a:lvl4pPr marL="1203030" indent="0" algn="ctr">
              <a:buNone/>
              <a:defRPr sz="1403"/>
            </a:lvl4pPr>
            <a:lvl5pPr marL="1604040" indent="0" algn="ctr">
              <a:buNone/>
              <a:defRPr sz="1403"/>
            </a:lvl5pPr>
            <a:lvl6pPr marL="2005051" indent="0" algn="ctr">
              <a:buNone/>
              <a:defRPr sz="1403"/>
            </a:lvl6pPr>
            <a:lvl7pPr marL="2406061" indent="0" algn="ctr">
              <a:buNone/>
              <a:defRPr sz="1403"/>
            </a:lvl7pPr>
            <a:lvl8pPr marL="2807071" indent="0" algn="ctr">
              <a:buNone/>
              <a:defRPr sz="1403"/>
            </a:lvl8pPr>
            <a:lvl9pPr marL="3208081" indent="0" algn="ctr">
              <a:buNone/>
              <a:defRPr sz="1403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CAE92F-B6C7-3BDF-401F-6437E4F5C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CB16A4-EE51-3343-A1BC-2CE6C18CA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4835C1-A07E-C53C-6986-D0C5355C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885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6B119-8899-6A55-B872-D77383F4D0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42850-7C0B-532D-776C-7B8BCE004C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921F95-0B65-8A9C-4642-97D002E836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24DC1-44D6-03E9-33B7-FC9755E0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7064B0-8D4A-E2C8-7245-5A738E0B5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01296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43E0F-39EC-B618-B029-9AF57D7DBF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602" y="1883878"/>
            <a:ext cx="9223058" cy="3143294"/>
          </a:xfrm>
        </p:spPr>
        <p:txBody>
          <a:bodyPr anchor="b"/>
          <a:lstStyle>
            <a:lvl1pPr>
              <a:defRPr sz="5263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587CE-16BC-EE3B-3529-CB68AADB33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29602" y="5056909"/>
            <a:ext cx="9223058" cy="1652984"/>
          </a:xfrm>
        </p:spPr>
        <p:txBody>
          <a:bodyPr/>
          <a:lstStyle>
            <a:lvl1pPr marL="0" indent="0">
              <a:buNone/>
              <a:defRPr sz="2105">
                <a:solidFill>
                  <a:schemeClr val="tx1">
                    <a:tint val="75000"/>
                  </a:schemeClr>
                </a:solidFill>
              </a:defRPr>
            </a:lvl1pPr>
            <a:lvl2pPr marL="401010" indent="0">
              <a:buNone/>
              <a:defRPr sz="1754">
                <a:solidFill>
                  <a:schemeClr val="tx1">
                    <a:tint val="75000"/>
                  </a:schemeClr>
                </a:solidFill>
              </a:defRPr>
            </a:lvl2pPr>
            <a:lvl3pPr marL="802020" indent="0">
              <a:buNone/>
              <a:defRPr sz="1579">
                <a:solidFill>
                  <a:schemeClr val="tx1">
                    <a:tint val="75000"/>
                  </a:schemeClr>
                </a:solidFill>
              </a:defRPr>
            </a:lvl3pPr>
            <a:lvl4pPr marL="1203030" indent="0">
              <a:buNone/>
              <a:defRPr sz="1403">
                <a:solidFill>
                  <a:schemeClr val="tx1">
                    <a:tint val="75000"/>
                  </a:schemeClr>
                </a:solidFill>
              </a:defRPr>
            </a:lvl4pPr>
            <a:lvl5pPr marL="1604040" indent="0">
              <a:buNone/>
              <a:defRPr sz="1403">
                <a:solidFill>
                  <a:schemeClr val="tx1">
                    <a:tint val="75000"/>
                  </a:schemeClr>
                </a:solidFill>
              </a:defRPr>
            </a:lvl5pPr>
            <a:lvl6pPr marL="2005051" indent="0">
              <a:buNone/>
              <a:defRPr sz="1403">
                <a:solidFill>
                  <a:schemeClr val="tx1">
                    <a:tint val="75000"/>
                  </a:schemeClr>
                </a:solidFill>
              </a:defRPr>
            </a:lvl6pPr>
            <a:lvl7pPr marL="2406061" indent="0">
              <a:buNone/>
              <a:defRPr sz="1403">
                <a:solidFill>
                  <a:schemeClr val="tx1">
                    <a:tint val="75000"/>
                  </a:schemeClr>
                </a:solidFill>
              </a:defRPr>
            </a:lvl7pPr>
            <a:lvl8pPr marL="2807071" indent="0">
              <a:buNone/>
              <a:defRPr sz="1403">
                <a:solidFill>
                  <a:schemeClr val="tx1">
                    <a:tint val="75000"/>
                  </a:schemeClr>
                </a:solidFill>
              </a:defRPr>
            </a:lvl8pPr>
            <a:lvl9pPr marL="3208081" indent="0">
              <a:buNone/>
              <a:defRPr sz="140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83EAFC-873F-F9A3-2B52-D17C159081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E1203-2744-35DE-3137-9EB891B2BB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E967A-03FD-DE9F-42D5-8F67B57B9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278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7CD786-0FF4-E366-4120-F77C1130C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1D451F-BFAB-ABC2-0870-22981AC75C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35171" y="2011568"/>
            <a:ext cx="4544695" cy="479453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42E86E-5CCD-4DF7-792B-393F13CA2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13534" y="2011568"/>
            <a:ext cx="4544695" cy="479453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28FCC0-4789-0660-062D-DFF8EC7853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8C3826-A5BC-020D-A8C3-E27B48B90E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8884A6-69BB-87CD-C30E-0B0A89E841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821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88AF5-7D49-41AC-1979-EC719C553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564" y="402314"/>
            <a:ext cx="9223058" cy="1460574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D304F6-7805-CBA5-98E2-7EE8D0B19A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6565" y="1852393"/>
            <a:ext cx="4523809" cy="907829"/>
          </a:xfrm>
        </p:spPr>
        <p:txBody>
          <a:bodyPr anchor="b"/>
          <a:lstStyle>
            <a:lvl1pPr marL="0" indent="0">
              <a:buNone/>
              <a:defRPr sz="2105" b="1"/>
            </a:lvl1pPr>
            <a:lvl2pPr marL="401010" indent="0">
              <a:buNone/>
              <a:defRPr sz="1754" b="1"/>
            </a:lvl2pPr>
            <a:lvl3pPr marL="802020" indent="0">
              <a:buNone/>
              <a:defRPr sz="1579" b="1"/>
            </a:lvl3pPr>
            <a:lvl4pPr marL="1203030" indent="0">
              <a:buNone/>
              <a:defRPr sz="1403" b="1"/>
            </a:lvl4pPr>
            <a:lvl5pPr marL="1604040" indent="0">
              <a:buNone/>
              <a:defRPr sz="1403" b="1"/>
            </a:lvl5pPr>
            <a:lvl6pPr marL="2005051" indent="0">
              <a:buNone/>
              <a:defRPr sz="1403" b="1"/>
            </a:lvl6pPr>
            <a:lvl7pPr marL="2406061" indent="0">
              <a:buNone/>
              <a:defRPr sz="1403" b="1"/>
            </a:lvl7pPr>
            <a:lvl8pPr marL="2807071" indent="0">
              <a:buNone/>
              <a:defRPr sz="1403" b="1"/>
            </a:lvl8pPr>
            <a:lvl9pPr marL="3208081" indent="0">
              <a:buNone/>
              <a:defRPr sz="140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3D5F80-A78C-36EF-AD8B-66ECDDA229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36565" y="2760222"/>
            <a:ext cx="4523809" cy="40598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CF39D2-05B3-0B46-A3C0-F2AB86C8DF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413534" y="1852393"/>
            <a:ext cx="4546088" cy="907829"/>
          </a:xfrm>
        </p:spPr>
        <p:txBody>
          <a:bodyPr anchor="b"/>
          <a:lstStyle>
            <a:lvl1pPr marL="0" indent="0">
              <a:buNone/>
              <a:defRPr sz="2105" b="1"/>
            </a:lvl1pPr>
            <a:lvl2pPr marL="401010" indent="0">
              <a:buNone/>
              <a:defRPr sz="1754" b="1"/>
            </a:lvl2pPr>
            <a:lvl3pPr marL="802020" indent="0">
              <a:buNone/>
              <a:defRPr sz="1579" b="1"/>
            </a:lvl3pPr>
            <a:lvl4pPr marL="1203030" indent="0">
              <a:buNone/>
              <a:defRPr sz="1403" b="1"/>
            </a:lvl4pPr>
            <a:lvl5pPr marL="1604040" indent="0">
              <a:buNone/>
              <a:defRPr sz="1403" b="1"/>
            </a:lvl5pPr>
            <a:lvl6pPr marL="2005051" indent="0">
              <a:buNone/>
              <a:defRPr sz="1403" b="1"/>
            </a:lvl6pPr>
            <a:lvl7pPr marL="2406061" indent="0">
              <a:buNone/>
              <a:defRPr sz="1403" b="1"/>
            </a:lvl7pPr>
            <a:lvl8pPr marL="2807071" indent="0">
              <a:buNone/>
              <a:defRPr sz="1403" b="1"/>
            </a:lvl8pPr>
            <a:lvl9pPr marL="3208081" indent="0">
              <a:buNone/>
              <a:defRPr sz="1403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28A33A5-DD9C-70CD-48BC-579BE269C1A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413534" y="2760222"/>
            <a:ext cx="4546088" cy="405987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6EE243-6F4D-FFAC-41FC-8122A3E2D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C436CD-CFBB-A4E9-AEA2-8EDC70C9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6EF763-7C3A-4F21-3B63-827060BED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65527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152F3-405A-D793-C6DF-28F364662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6780BA-CB99-C96E-A609-9A4676ABE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3B478D-78EB-D948-2AE5-97CB50D73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1B5CBF-1369-5FC0-FA35-A629C59760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013750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F4C385-DBB7-E2C3-7F57-0EA218A47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589CBD8-2917-5974-89CA-218E1290D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1C187F-0E66-1AE3-A285-599011D8B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48992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36A5B-53B1-14EE-79AD-CE7A676172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564" y="503767"/>
            <a:ext cx="3448900" cy="1763183"/>
          </a:xfrm>
        </p:spPr>
        <p:txBody>
          <a:bodyPr anchor="b"/>
          <a:lstStyle>
            <a:lvl1pPr>
              <a:defRPr sz="2807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5BBFB7-0D41-7EC5-A6D8-FCD602319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6088" y="1087996"/>
            <a:ext cx="5413534" cy="5370013"/>
          </a:xfrm>
        </p:spPr>
        <p:txBody>
          <a:bodyPr/>
          <a:lstStyle>
            <a:lvl1pPr>
              <a:defRPr sz="2807"/>
            </a:lvl1pPr>
            <a:lvl2pPr>
              <a:defRPr sz="2456"/>
            </a:lvl2pPr>
            <a:lvl3pPr>
              <a:defRPr sz="2105"/>
            </a:lvl3pPr>
            <a:lvl4pPr>
              <a:defRPr sz="1754"/>
            </a:lvl4pPr>
            <a:lvl5pPr>
              <a:defRPr sz="1754"/>
            </a:lvl5pPr>
            <a:lvl6pPr>
              <a:defRPr sz="1754"/>
            </a:lvl6pPr>
            <a:lvl7pPr>
              <a:defRPr sz="1754"/>
            </a:lvl7pPr>
            <a:lvl8pPr>
              <a:defRPr sz="1754"/>
            </a:lvl8pPr>
            <a:lvl9pPr>
              <a:defRPr sz="1754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E74C7F-F3A8-75EE-1A6C-39D8ECECE7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6564" y="2266950"/>
            <a:ext cx="3448900" cy="4199805"/>
          </a:xfrm>
        </p:spPr>
        <p:txBody>
          <a:bodyPr/>
          <a:lstStyle>
            <a:lvl1pPr marL="0" indent="0">
              <a:buNone/>
              <a:defRPr sz="1403"/>
            </a:lvl1pPr>
            <a:lvl2pPr marL="401010" indent="0">
              <a:buNone/>
              <a:defRPr sz="1228"/>
            </a:lvl2pPr>
            <a:lvl3pPr marL="802020" indent="0">
              <a:buNone/>
              <a:defRPr sz="1053"/>
            </a:lvl3pPr>
            <a:lvl4pPr marL="1203030" indent="0">
              <a:buNone/>
              <a:defRPr sz="877"/>
            </a:lvl4pPr>
            <a:lvl5pPr marL="1604040" indent="0">
              <a:buNone/>
              <a:defRPr sz="877"/>
            </a:lvl5pPr>
            <a:lvl6pPr marL="2005051" indent="0">
              <a:buNone/>
              <a:defRPr sz="877"/>
            </a:lvl6pPr>
            <a:lvl7pPr marL="2406061" indent="0">
              <a:buNone/>
              <a:defRPr sz="877"/>
            </a:lvl7pPr>
            <a:lvl8pPr marL="2807071" indent="0">
              <a:buNone/>
              <a:defRPr sz="877"/>
            </a:lvl8pPr>
            <a:lvl9pPr marL="3208081" indent="0">
              <a:buNone/>
              <a:defRPr sz="87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1CA34-1358-9E40-B463-58B9996642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E0B299-5DBD-B977-AC5E-71441801C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97F8F-872B-65A9-2BC7-B615634A0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470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12C475-79C9-0276-2179-5B852C4B8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6564" y="503767"/>
            <a:ext cx="3448900" cy="1763183"/>
          </a:xfrm>
        </p:spPr>
        <p:txBody>
          <a:bodyPr anchor="b"/>
          <a:lstStyle>
            <a:lvl1pPr>
              <a:defRPr sz="2807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310624-7306-4468-8F16-9B035B4FF7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546088" y="1087996"/>
            <a:ext cx="5413534" cy="5370013"/>
          </a:xfrm>
        </p:spPr>
        <p:txBody>
          <a:bodyPr/>
          <a:lstStyle>
            <a:lvl1pPr marL="0" indent="0">
              <a:buNone/>
              <a:defRPr sz="2807"/>
            </a:lvl1pPr>
            <a:lvl2pPr marL="401010" indent="0">
              <a:buNone/>
              <a:defRPr sz="2456"/>
            </a:lvl2pPr>
            <a:lvl3pPr marL="802020" indent="0">
              <a:buNone/>
              <a:defRPr sz="2105"/>
            </a:lvl3pPr>
            <a:lvl4pPr marL="1203030" indent="0">
              <a:buNone/>
              <a:defRPr sz="1754"/>
            </a:lvl4pPr>
            <a:lvl5pPr marL="1604040" indent="0">
              <a:buNone/>
              <a:defRPr sz="1754"/>
            </a:lvl5pPr>
            <a:lvl6pPr marL="2005051" indent="0">
              <a:buNone/>
              <a:defRPr sz="1754"/>
            </a:lvl6pPr>
            <a:lvl7pPr marL="2406061" indent="0">
              <a:buNone/>
              <a:defRPr sz="1754"/>
            </a:lvl7pPr>
            <a:lvl8pPr marL="2807071" indent="0">
              <a:buNone/>
              <a:defRPr sz="1754"/>
            </a:lvl8pPr>
            <a:lvl9pPr marL="3208081" indent="0">
              <a:buNone/>
              <a:defRPr sz="1754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F0234C-368A-E869-84A4-F29A9D18B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36564" y="2266950"/>
            <a:ext cx="3448900" cy="4199805"/>
          </a:xfrm>
        </p:spPr>
        <p:txBody>
          <a:bodyPr/>
          <a:lstStyle>
            <a:lvl1pPr marL="0" indent="0">
              <a:buNone/>
              <a:defRPr sz="1403"/>
            </a:lvl1pPr>
            <a:lvl2pPr marL="401010" indent="0">
              <a:buNone/>
              <a:defRPr sz="1228"/>
            </a:lvl2pPr>
            <a:lvl3pPr marL="802020" indent="0">
              <a:buNone/>
              <a:defRPr sz="1053"/>
            </a:lvl3pPr>
            <a:lvl4pPr marL="1203030" indent="0">
              <a:buNone/>
              <a:defRPr sz="877"/>
            </a:lvl4pPr>
            <a:lvl5pPr marL="1604040" indent="0">
              <a:buNone/>
              <a:defRPr sz="877"/>
            </a:lvl5pPr>
            <a:lvl6pPr marL="2005051" indent="0">
              <a:buNone/>
              <a:defRPr sz="877"/>
            </a:lvl6pPr>
            <a:lvl7pPr marL="2406061" indent="0">
              <a:buNone/>
              <a:defRPr sz="877"/>
            </a:lvl7pPr>
            <a:lvl8pPr marL="2807071" indent="0">
              <a:buNone/>
              <a:defRPr sz="877"/>
            </a:lvl8pPr>
            <a:lvl9pPr marL="3208081" indent="0">
              <a:buNone/>
              <a:defRPr sz="877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6D1F4-0A1C-06F0-2209-30EA8CC85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13F6D-07AB-33BA-4372-60BC5849B8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4D0D57-BE17-9606-ACF7-44C0A1F2E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27173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0A4CA-898D-7D24-1F79-B6D30657F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04FC56-625E-ED87-5934-9DA1A6C102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60942-B88C-7334-695C-358410E03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F64F3-1126-77A5-FA9B-04DAD7D7A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E1512-754E-EB73-B545-40F0EBA45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42009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08F6D1C-69D9-B9D5-3E7B-89701D42B8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652465" y="402314"/>
            <a:ext cx="2305764" cy="6403784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AA2576-B796-1023-8141-81449904D6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35171" y="402314"/>
            <a:ext cx="6783626" cy="6403784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8C5C13-9765-F277-1D91-CC3D2BDF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24282F-E1C8-A253-41AC-24841125A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A3339-1D56-FBBD-7B86-E9396C7F91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07981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2006" y="1236678"/>
            <a:ext cx="9089390" cy="2630782"/>
          </a:xfrm>
        </p:spPr>
        <p:txBody>
          <a:bodyPr anchor="b"/>
          <a:lstStyle>
            <a:lvl1pPr algn="ctr">
              <a:defRPr sz="661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676" y="3968913"/>
            <a:ext cx="8020050" cy="1824404"/>
          </a:xfrm>
        </p:spPr>
        <p:txBody>
          <a:bodyPr/>
          <a:lstStyle>
            <a:lvl1pPr marL="0" indent="0" algn="ctr">
              <a:buNone/>
              <a:defRPr sz="2645"/>
            </a:lvl1pPr>
            <a:lvl2pPr marL="503770" indent="0" algn="ctr">
              <a:buNone/>
              <a:defRPr sz="2204"/>
            </a:lvl2pPr>
            <a:lvl3pPr marL="1007540" indent="0" algn="ctr">
              <a:buNone/>
              <a:defRPr sz="1983"/>
            </a:lvl3pPr>
            <a:lvl4pPr marL="1511310" indent="0" algn="ctr">
              <a:buNone/>
              <a:defRPr sz="1763"/>
            </a:lvl4pPr>
            <a:lvl5pPr marL="2015080" indent="0" algn="ctr">
              <a:buNone/>
              <a:defRPr sz="1763"/>
            </a:lvl5pPr>
            <a:lvl6pPr marL="2518850" indent="0" algn="ctr">
              <a:buNone/>
              <a:defRPr sz="1763"/>
            </a:lvl6pPr>
            <a:lvl7pPr marL="3022619" indent="0" algn="ctr">
              <a:buNone/>
              <a:defRPr sz="1763"/>
            </a:lvl7pPr>
            <a:lvl8pPr marL="3526390" indent="0" algn="ctr">
              <a:buNone/>
              <a:defRPr sz="1763"/>
            </a:lvl8pPr>
            <a:lvl9pPr marL="4030159" indent="0" algn="ctr">
              <a:buNone/>
              <a:defRPr sz="1763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93B278F-3762-4A39-989F-F3BE113C4AA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9494" y="358625"/>
            <a:ext cx="2794415" cy="2047015"/>
          </a:xfrm>
        </p:spPr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791877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565" y="402315"/>
            <a:ext cx="9223058" cy="146057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566" y="1852392"/>
            <a:ext cx="4523808" cy="90782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3770" indent="0">
              <a:buNone/>
              <a:defRPr sz="2204" b="1"/>
            </a:lvl2pPr>
            <a:lvl3pPr marL="1007540" indent="0">
              <a:buNone/>
              <a:defRPr sz="1983" b="1"/>
            </a:lvl3pPr>
            <a:lvl4pPr marL="1511310" indent="0">
              <a:buNone/>
              <a:defRPr sz="1763" b="1"/>
            </a:lvl4pPr>
            <a:lvl5pPr marL="2015080" indent="0">
              <a:buNone/>
              <a:defRPr sz="1763" b="1"/>
            </a:lvl5pPr>
            <a:lvl6pPr marL="2518850" indent="0">
              <a:buNone/>
              <a:defRPr sz="1763" b="1"/>
            </a:lvl6pPr>
            <a:lvl7pPr marL="3022619" indent="0">
              <a:buNone/>
              <a:defRPr sz="1763" b="1"/>
            </a:lvl7pPr>
            <a:lvl8pPr marL="3526390" indent="0">
              <a:buNone/>
              <a:defRPr sz="1763" b="1"/>
            </a:lvl8pPr>
            <a:lvl9pPr marL="4030159" indent="0">
              <a:buNone/>
              <a:defRPr sz="176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566" y="2760221"/>
            <a:ext cx="4523808" cy="40598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3535" y="1852392"/>
            <a:ext cx="4546088" cy="907829"/>
          </a:xfrm>
        </p:spPr>
        <p:txBody>
          <a:bodyPr anchor="b"/>
          <a:lstStyle>
            <a:lvl1pPr marL="0" indent="0">
              <a:buNone/>
              <a:defRPr sz="2645" b="1"/>
            </a:lvl1pPr>
            <a:lvl2pPr marL="503770" indent="0">
              <a:buNone/>
              <a:defRPr sz="2204" b="1"/>
            </a:lvl2pPr>
            <a:lvl3pPr marL="1007540" indent="0">
              <a:buNone/>
              <a:defRPr sz="1983" b="1"/>
            </a:lvl3pPr>
            <a:lvl4pPr marL="1511310" indent="0">
              <a:buNone/>
              <a:defRPr sz="1763" b="1"/>
            </a:lvl4pPr>
            <a:lvl5pPr marL="2015080" indent="0">
              <a:buNone/>
              <a:defRPr sz="1763" b="1"/>
            </a:lvl5pPr>
            <a:lvl6pPr marL="2518850" indent="0">
              <a:buNone/>
              <a:defRPr sz="1763" b="1"/>
            </a:lvl6pPr>
            <a:lvl7pPr marL="3022619" indent="0">
              <a:buNone/>
              <a:defRPr sz="1763" b="1"/>
            </a:lvl7pPr>
            <a:lvl8pPr marL="3526390" indent="0">
              <a:buNone/>
              <a:defRPr sz="1763" b="1"/>
            </a:lvl8pPr>
            <a:lvl9pPr marL="4030159" indent="0">
              <a:buNone/>
              <a:defRPr sz="176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3535" y="2760221"/>
            <a:ext cx="4546088" cy="40598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8541726-614E-4BFF-B662-DFA9E1C2242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074" y="457008"/>
            <a:ext cx="4251956" cy="27896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9343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E994A8-B387-F4B0-A587-74AB2C261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5171" y="402314"/>
            <a:ext cx="9223058" cy="14605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F632AB-713D-8B64-57E0-D899A378E6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5171" y="2011568"/>
            <a:ext cx="9223058" cy="47945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950D5-869C-A44D-58CB-6C80358B7E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35171" y="7003756"/>
            <a:ext cx="2406015" cy="4023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B5995A-E276-47F8-B7D2-C8AE6CD8C43B}" type="datetimeFigureOut">
              <a:rPr lang="en-AU" smtClean="0"/>
              <a:t>17/3/2026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58ED9-E513-F6D8-C39E-05C4C8A235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542189" y="7003756"/>
            <a:ext cx="3609023" cy="4023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848B0-FD90-F61C-9880-BA17F2E5AE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552214" y="7003756"/>
            <a:ext cx="2406015" cy="4023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501CC9-9886-4476-B501-717BBE1F18D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5161002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txStyles>
    <p:titleStyle>
      <a:lvl1pPr algn="l" defTabSz="802020" rtl="0" eaLnBrk="1" latinLnBrk="0" hangingPunct="1">
        <a:lnSpc>
          <a:spcPct val="90000"/>
        </a:lnSpc>
        <a:spcBef>
          <a:spcPct val="0"/>
        </a:spcBef>
        <a:buNone/>
        <a:defRPr sz="3859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0505" indent="-200505" algn="l" defTabSz="802020" rtl="0" eaLnBrk="1" latinLnBrk="0" hangingPunct="1">
        <a:lnSpc>
          <a:spcPct val="90000"/>
        </a:lnSpc>
        <a:spcBef>
          <a:spcPts val="877"/>
        </a:spcBef>
        <a:buFont typeface="Arial" panose="020B0604020202020204" pitchFamily="34" charset="0"/>
        <a:buChar char="•"/>
        <a:defRPr sz="2456" kern="1200">
          <a:solidFill>
            <a:schemeClr val="tx1"/>
          </a:solidFill>
          <a:latin typeface="+mn-lt"/>
          <a:ea typeface="+mn-ea"/>
          <a:cs typeface="+mn-cs"/>
        </a:defRPr>
      </a:lvl1pPr>
      <a:lvl2pPr marL="601515" indent="-200505" algn="l" defTabSz="802020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02525" indent="-200505" algn="l" defTabSz="802020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754" kern="1200">
          <a:solidFill>
            <a:schemeClr val="tx1"/>
          </a:solidFill>
          <a:latin typeface="+mn-lt"/>
          <a:ea typeface="+mn-ea"/>
          <a:cs typeface="+mn-cs"/>
        </a:defRPr>
      </a:lvl3pPr>
      <a:lvl4pPr marL="1403535" indent="-200505" algn="l" defTabSz="802020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4pPr>
      <a:lvl5pPr marL="1804546" indent="-200505" algn="l" defTabSz="802020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5pPr>
      <a:lvl6pPr marL="2205556" indent="-200505" algn="l" defTabSz="802020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6pPr>
      <a:lvl7pPr marL="2606566" indent="-200505" algn="l" defTabSz="802020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7pPr>
      <a:lvl8pPr marL="3007576" indent="-200505" algn="l" defTabSz="802020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8pPr>
      <a:lvl9pPr marL="3408586" indent="-200505" algn="l" defTabSz="802020" rtl="0" eaLnBrk="1" latinLnBrk="0" hangingPunct="1">
        <a:lnSpc>
          <a:spcPct val="90000"/>
        </a:lnSpc>
        <a:spcBef>
          <a:spcPts val="439"/>
        </a:spcBef>
        <a:buFont typeface="Arial" panose="020B0604020202020204" pitchFamily="34" charset="0"/>
        <a:buChar char="•"/>
        <a:defRPr sz="157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02020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1pPr>
      <a:lvl2pPr marL="401010" algn="l" defTabSz="802020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2pPr>
      <a:lvl3pPr marL="802020" algn="l" defTabSz="802020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3pPr>
      <a:lvl4pPr marL="1203030" algn="l" defTabSz="802020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4pPr>
      <a:lvl5pPr marL="1604040" algn="l" defTabSz="802020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5pPr>
      <a:lvl6pPr marL="2005051" algn="l" defTabSz="802020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6pPr>
      <a:lvl7pPr marL="2406061" algn="l" defTabSz="802020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7pPr>
      <a:lvl8pPr marL="2807071" algn="l" defTabSz="802020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8pPr>
      <a:lvl9pPr marL="3208081" algn="l" defTabSz="802020" rtl="0" eaLnBrk="1" latinLnBrk="0" hangingPunct="1">
        <a:defRPr sz="157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921257-A617-052B-238F-23B5EDD57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A7BB386-3292-F31E-2370-6ECACCE3F9C3}"/>
              </a:ext>
            </a:extLst>
          </p:cNvPr>
          <p:cNvSpPr txBox="1"/>
          <p:nvPr/>
        </p:nvSpPr>
        <p:spPr>
          <a:xfrm>
            <a:off x="1372121" y="3921072"/>
            <a:ext cx="75261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latin typeface="Montserrat" pitchFamily="2" charset="77"/>
              </a:rPr>
              <a:t>Client Name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6D24E-33C8-E810-D5DC-D3C620C8F1F8}"/>
              </a:ext>
            </a:extLst>
          </p:cNvPr>
          <p:cNvSpPr txBox="1"/>
          <p:nvPr/>
        </p:nvSpPr>
        <p:spPr>
          <a:xfrm>
            <a:off x="5850805" y="5959602"/>
            <a:ext cx="38212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tx2"/>
                </a:solidFill>
                <a:latin typeface="Montserrat SemiBold" pitchFamily="2" charset="77"/>
              </a:rPr>
              <a:t>Month Year</a:t>
            </a:r>
          </a:p>
        </p:txBody>
      </p:sp>
    </p:spTree>
    <p:extLst>
      <p:ext uri="{BB962C8B-B14F-4D97-AF65-F5344CB8AC3E}">
        <p14:creationId xmlns:p14="http://schemas.microsoft.com/office/powerpoint/2010/main" val="3313124838"/>
      </p:ext>
    </p:extLst>
  </p:cSld>
  <p:clrMapOvr>
    <a:masterClrMapping/>
  </p:clrMapOvr>
</p:sld>
</file>

<file path=ppt/theme/theme1.xml><?xml version="1.0" encoding="utf-8"?>
<a:theme xmlns:a="http://schemas.openxmlformats.org/drawingml/2006/main" name="2_Gawk">
  <a:themeElements>
    <a:clrScheme name="Gawk">
      <a:dk1>
        <a:srgbClr val="000000"/>
      </a:dk1>
      <a:lt1>
        <a:srgbClr val="FFFFFF"/>
      </a:lt1>
      <a:dk2>
        <a:srgbClr val="542D54"/>
      </a:dk2>
      <a:lt2>
        <a:srgbClr val="D7DF23"/>
      </a:lt2>
      <a:accent1>
        <a:srgbClr val="542D54"/>
      </a:accent1>
      <a:accent2>
        <a:srgbClr val="D7DF23"/>
      </a:accent2>
      <a:accent3>
        <a:srgbClr val="542D54"/>
      </a:accent3>
      <a:accent4>
        <a:srgbClr val="D7DF23"/>
      </a:accent4>
      <a:accent5>
        <a:srgbClr val="542D54"/>
      </a:accent5>
      <a:accent6>
        <a:srgbClr val="D7DF23"/>
      </a:accent6>
      <a:hlink>
        <a:srgbClr val="FFFFFF"/>
      </a:hlink>
      <a:folHlink>
        <a:srgbClr val="000000"/>
      </a:folHlink>
    </a:clrScheme>
    <a:fontScheme name="Gawk">
      <a:majorFont>
        <a:latin typeface="Montserrat Extra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9356" tIns="39356" rIns="39356" bIns="39356" numCol="1" spcCol="38100" rtlCol="0" anchor="ctr">
        <a:spAutoFit/>
      </a:bodyPr>
      <a:lstStyle>
        <a:defPPr marL="0" marR="0" indent="0" algn="ctr" defTabSz="452602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6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3175" cap="flat">
          <a:noFill/>
          <a:miter lim="400000"/>
        </a:ln>
        <a:effectLst/>
        <a:sp3d/>
      </a:spPr>
      <a:bodyPr rot="0" spcFirstLastPara="1" vertOverflow="overflow" horzOverflow="overflow" vert="horz" wrap="square" lIns="39356" tIns="39356" rIns="39356" bIns="39356" numCol="1" spcCol="38100" rtlCol="0" anchor="ctr">
        <a:spAutoFit/>
      </a:bodyPr>
      <a:lstStyle>
        <a:defPPr marL="0" marR="0" indent="0" algn="ctr" defTabSz="1343344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200" b="0" i="0" u="none" strike="noStrike" cap="none" spc="0" normalizeH="0" baseline="0">
            <a:ln>
              <a:noFill/>
            </a:ln>
            <a:solidFill>
              <a:srgbClr val="5E5E5E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7a52916-d7d8-4d7a-989c-f65659b03113" xsi:nil="true"/>
    <lcf76f155ced4ddcb4097134ff3c332f xmlns="2512bde3-83ea-45d9-86ac-bc70a4300d2e">
      <Terms xmlns="http://schemas.microsoft.com/office/infopath/2007/PartnerControls"/>
    </lcf76f155ced4ddcb4097134ff3c332f>
    <SharedWithUsers xmlns="d7a52916-d7d8-4d7a-989c-f65659b03113">
      <UserInfo>
        <DisplayName>Annabelle Vassallo</DisplayName>
        <AccountId>111</AccountId>
        <AccountType/>
      </UserInfo>
      <UserInfo>
        <DisplayName>Tim Stevenson</DisplayName>
        <AccountId>71</AccountId>
        <AccountType/>
      </UserInfo>
    </SharedWithUsers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205E449A0B6524CAC6EB2F4271B8840" ma:contentTypeVersion="19" ma:contentTypeDescription="Create a new document." ma:contentTypeScope="" ma:versionID="0164c5ba44167e87f3825ac3f9f8e292">
  <xsd:schema xmlns:xsd="http://www.w3.org/2001/XMLSchema" xmlns:xs="http://www.w3.org/2001/XMLSchema" xmlns:p="http://schemas.microsoft.com/office/2006/metadata/properties" xmlns:ns2="2512bde3-83ea-45d9-86ac-bc70a4300d2e" xmlns:ns3="d7a52916-d7d8-4d7a-989c-f65659b03113" targetNamespace="http://schemas.microsoft.com/office/2006/metadata/properties" ma:root="true" ma:fieldsID="e28debbe449f1f66fe280014a5bb01f9" ns2:_="" ns3:_="">
    <xsd:import namespace="2512bde3-83ea-45d9-86ac-bc70a4300d2e"/>
    <xsd:import namespace="d7a52916-d7d8-4d7a-989c-f65659b0311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12bde3-83ea-45d9-86ac-bc70a4300d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d293c0c0-a31f-4a38-81da-d26352fb7e9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7a52916-d7d8-4d7a-989c-f65659b03113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7fee0a1f-2fbe-43d1-b62d-320a030a344d}" ma:internalName="TaxCatchAll" ma:showField="CatchAllData" ma:web="d7a52916-d7d8-4d7a-989c-f65659b0311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B64BFFB-C173-4CE8-B134-6B0C6D438386}">
  <ds:schemaRefs>
    <ds:schemaRef ds:uri="http://schemas.microsoft.com/office/2006/documentManagement/types"/>
    <ds:schemaRef ds:uri="2512bde3-83ea-45d9-86ac-bc70a4300d2e"/>
    <ds:schemaRef ds:uri="http://purl.org/dc/elements/1.1/"/>
    <ds:schemaRef ds:uri="d7a52916-d7d8-4d7a-989c-f65659b03113"/>
    <ds:schemaRef ds:uri="http://schemas.microsoft.com/office/2006/metadata/properties"/>
    <ds:schemaRef ds:uri="http://schemas.openxmlformats.org/package/2006/metadata/core-properties"/>
    <ds:schemaRef ds:uri="http://purl.org/dc/terms/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DF68F872-0142-4F51-BAC5-C0C49881410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4947B3C-A022-4B6D-9D29-DF9E3CA2AC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512bde3-83ea-45d9-86ac-bc70a4300d2e"/>
    <ds:schemaRef ds:uri="d7a52916-d7d8-4d7a-989c-f65659b0311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4086</TotalTime>
  <Words>9</Words>
  <Application>Microsoft Macintosh PowerPoint</Application>
  <PresentationFormat>Custom</PresentationFormat>
  <Paragraphs>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Helvetica Neue</vt:lpstr>
      <vt:lpstr>Montserrat</vt:lpstr>
      <vt:lpstr>Montserrat ExtraBold</vt:lpstr>
      <vt:lpstr>Montserrat SemiBold</vt:lpstr>
      <vt:lpstr>2_Gawk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James Course</dc:creator>
  <cp:lastModifiedBy>Phoebe Grant</cp:lastModifiedBy>
  <cp:revision>32</cp:revision>
  <dcterms:modified xsi:type="dcterms:W3CDTF">2026-03-16T13:30:36Z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0x0101000205E449A0B6524CAC6EB2F4271B8840</vt:lpwstr>
  </property>
  <property fmtid="{D5CDD505-2E9C-101B-9397-08002B2CF9AE}" pid="3" name="MediaServiceImageTags">
    <vt:lpwstr/>
  </property>
  <property fmtid="{D5CDD505-2E9C-101B-9397-08002B2CF9AE}" pid="4" name="MSIP_Label_4828451a-1827-4ed8-9ba4-e51c1421285c_Enabled">
    <vt:lpwstr>true</vt:lpwstr>
  </property>
  <property fmtid="{D5CDD505-2E9C-101B-9397-08002B2CF9AE}" pid="5" name="MSIP_Label_4828451a-1827-4ed8-9ba4-e51c1421285c_SetDate">
    <vt:lpwstr>2025-02-02T23:01:40Z</vt:lpwstr>
  </property>
  <property fmtid="{D5CDD505-2E9C-101B-9397-08002B2CF9AE}" pid="6" name="MSIP_Label_4828451a-1827-4ed8-9ba4-e51c1421285c_Method">
    <vt:lpwstr>Standard</vt:lpwstr>
  </property>
  <property fmtid="{D5CDD505-2E9C-101B-9397-08002B2CF9AE}" pid="7" name="MSIP_Label_4828451a-1827-4ed8-9ba4-e51c1421285c_Name">
    <vt:lpwstr>Public</vt:lpwstr>
  </property>
  <property fmtid="{D5CDD505-2E9C-101B-9397-08002B2CF9AE}" pid="8" name="MSIP_Label_4828451a-1827-4ed8-9ba4-e51c1421285c_SiteId">
    <vt:lpwstr>ea8dc14e-715d-4e51-a875-2a37cd3c68ca</vt:lpwstr>
  </property>
  <property fmtid="{D5CDD505-2E9C-101B-9397-08002B2CF9AE}" pid="9" name="MSIP_Label_4828451a-1827-4ed8-9ba4-e51c1421285c_ActionId">
    <vt:lpwstr>c7b65bb4-5adc-4847-96ec-ece66123434b</vt:lpwstr>
  </property>
  <property fmtid="{D5CDD505-2E9C-101B-9397-08002B2CF9AE}" pid="10" name="MSIP_Label_4828451a-1827-4ed8-9ba4-e51c1421285c_ContentBits">
    <vt:lpwstr>0</vt:lpwstr>
  </property>
</Properties>
</file>