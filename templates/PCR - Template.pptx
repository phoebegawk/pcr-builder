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4"/>
  </p:sldMasterIdLst>
  <p:notesMasterIdLst>
    <p:notesMasterId r:id="rId7"/>
  </p:notesMasterIdLst>
  <p:sldIdLst>
    <p:sldId id="443" r:id="rId5"/>
    <p:sldId id="445" r:id="rId6"/>
  </p:sldIdLst>
  <p:sldSz cx="106934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3F76"/>
    <a:srgbClr val="ECF09A"/>
    <a:srgbClr val="40233E"/>
    <a:srgbClr val="3E243D"/>
    <a:srgbClr val="583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609D4A-64FC-314A-8C13-B8E1E88F2D03}" v="47" dt="2026-03-28T05:36:43.68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8" autoAdjust="0"/>
    <p:restoredTop sz="94719"/>
  </p:normalViewPr>
  <p:slideViewPr>
    <p:cSldViewPr snapToGrid="0">
      <p:cViewPr varScale="1">
        <p:scale>
          <a:sx n="109" d="100"/>
          <a:sy n="109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oebe Grant" userId="75fb2f6f-a730-401c-a49c-7b6cdd90a996" providerId="ADAL" clId="{6195D9B0-FD28-541F-B4EB-6C420E16AB99}"/>
    <pc:docChg chg="undo custSel addSld delSld modSld sldOrd">
      <pc:chgData name="Phoebe Grant" userId="75fb2f6f-a730-401c-a49c-7b6cdd90a996" providerId="ADAL" clId="{6195D9B0-FD28-541F-B4EB-6C420E16AB99}" dt="2026-03-28T05:36:43.681" v="728"/>
      <pc:docMkLst>
        <pc:docMk/>
      </pc:docMkLst>
      <pc:sldChg chg="addSp delSp modSp mod setBg">
        <pc:chgData name="Phoebe Grant" userId="75fb2f6f-a730-401c-a49c-7b6cdd90a996" providerId="ADAL" clId="{6195D9B0-FD28-541F-B4EB-6C420E16AB99}" dt="2026-03-28T05:36:37.401" v="726"/>
        <pc:sldMkLst>
          <pc:docMk/>
          <pc:sldMk cId="3313124838" sldId="443"/>
        </pc:sldMkLst>
        <pc:spChg chg="add mod">
          <ac:chgData name="Phoebe Grant" userId="75fb2f6f-a730-401c-a49c-7b6cdd90a996" providerId="ADAL" clId="{6195D9B0-FD28-541F-B4EB-6C420E16AB99}" dt="2026-03-28T02:54:54.445" v="319" actId="207"/>
          <ac:spMkLst>
            <pc:docMk/>
            <pc:sldMk cId="3313124838" sldId="443"/>
            <ac:spMk id="3" creationId="{7A66D24E-33C8-E810-D5DC-D3C620C8F1F8}"/>
          </ac:spMkLst>
        </pc:spChg>
        <pc:spChg chg="mod">
          <ac:chgData name="Phoebe Grant" userId="75fb2f6f-a730-401c-a49c-7b6cdd90a996" providerId="ADAL" clId="{6195D9B0-FD28-541F-B4EB-6C420E16AB99}" dt="2026-03-28T05:27:34.534" v="673" actId="2711"/>
          <ac:spMkLst>
            <pc:docMk/>
            <pc:sldMk cId="3313124838" sldId="443"/>
            <ac:spMk id="8" creationId="{6A7BB386-3292-F31E-2370-6ECACCE3F9C3}"/>
          </ac:spMkLst>
        </pc:spChg>
      </pc:sldChg>
      <pc:sldChg chg="delSp add del mod setBg">
        <pc:chgData name="Phoebe Grant" userId="75fb2f6f-a730-401c-a49c-7b6cdd90a996" providerId="ADAL" clId="{6195D9B0-FD28-541F-B4EB-6C420E16AB99}" dt="2026-03-28T05:10:01.839" v="333" actId="2696"/>
        <pc:sldMkLst>
          <pc:docMk/>
          <pc:sldMk cId="1554468475" sldId="444"/>
        </pc:sldMkLst>
        <pc:spChg chg="del">
          <ac:chgData name="Phoebe Grant" userId="75fb2f6f-a730-401c-a49c-7b6cdd90a996" providerId="ADAL" clId="{6195D9B0-FD28-541F-B4EB-6C420E16AB99}" dt="2026-03-28T04:54:27.546" v="325" actId="478"/>
          <ac:spMkLst>
            <pc:docMk/>
            <pc:sldMk cId="1554468475" sldId="444"/>
            <ac:spMk id="3" creationId="{EAE78914-9CCC-B029-515F-F44EAB8B55E1}"/>
          </ac:spMkLst>
        </pc:spChg>
        <pc:spChg chg="del">
          <ac:chgData name="Phoebe Grant" userId="75fb2f6f-a730-401c-a49c-7b6cdd90a996" providerId="ADAL" clId="{6195D9B0-FD28-541F-B4EB-6C420E16AB99}" dt="2026-03-28T04:54:27.546" v="325" actId="478"/>
          <ac:spMkLst>
            <pc:docMk/>
            <pc:sldMk cId="1554468475" sldId="444"/>
            <ac:spMk id="8" creationId="{838F6CDD-CF11-C7AC-8E19-8D0D72EECC86}"/>
          </ac:spMkLst>
        </pc:spChg>
      </pc:sldChg>
      <pc:sldChg chg="addSp delSp modSp add mod ord setBg">
        <pc:chgData name="Phoebe Grant" userId="75fb2f6f-a730-401c-a49c-7b6cdd90a996" providerId="ADAL" clId="{6195D9B0-FD28-541F-B4EB-6C420E16AB99}" dt="2026-03-28T05:36:43.681" v="728"/>
        <pc:sldMkLst>
          <pc:docMk/>
          <pc:sldMk cId="2940165082" sldId="445"/>
        </pc:sldMkLst>
        <pc:spChg chg="add del mod">
          <ac:chgData name="Phoebe Grant" userId="75fb2f6f-a730-401c-a49c-7b6cdd90a996" providerId="ADAL" clId="{6195D9B0-FD28-541F-B4EB-6C420E16AB99}" dt="2026-03-28T05:22:52.592" v="613" actId="478"/>
          <ac:spMkLst>
            <pc:docMk/>
            <pc:sldMk cId="2940165082" sldId="445"/>
            <ac:spMk id="2" creationId="{72844119-696A-C4A6-7AD6-A6859CC36E5F}"/>
          </ac:spMkLst>
        </pc:spChg>
        <pc:spChg chg="del mod">
          <ac:chgData name="Phoebe Grant" userId="75fb2f6f-a730-401c-a49c-7b6cdd90a996" providerId="ADAL" clId="{6195D9B0-FD28-541F-B4EB-6C420E16AB99}" dt="2026-03-28T05:19:47.561" v="495" actId="478"/>
          <ac:spMkLst>
            <pc:docMk/>
            <pc:sldMk cId="2940165082" sldId="445"/>
            <ac:spMk id="3" creationId="{97C04FC9-C413-6D45-2DD9-FB2A76E3D294}"/>
          </ac:spMkLst>
        </pc:spChg>
        <pc:spChg chg="add mod">
          <ac:chgData name="Phoebe Grant" userId="75fb2f6f-a730-401c-a49c-7b6cdd90a996" providerId="ADAL" clId="{6195D9B0-FD28-541F-B4EB-6C420E16AB99}" dt="2026-03-28T05:31:18.740" v="723" actId="20577"/>
          <ac:spMkLst>
            <pc:docMk/>
            <pc:sldMk cId="2940165082" sldId="445"/>
            <ac:spMk id="4" creationId="{90CFFF8B-F788-73E0-85F0-564EE92BE089}"/>
          </ac:spMkLst>
        </pc:spChg>
        <pc:spChg chg="add mod">
          <ac:chgData name="Phoebe Grant" userId="75fb2f6f-a730-401c-a49c-7b6cdd90a996" providerId="ADAL" clId="{6195D9B0-FD28-541F-B4EB-6C420E16AB99}" dt="2026-03-28T05:31:50.102" v="724" actId="255"/>
          <ac:spMkLst>
            <pc:docMk/>
            <pc:sldMk cId="2940165082" sldId="445"/>
            <ac:spMk id="5" creationId="{90076BE0-94E1-6636-AF04-EB4ABD7378D9}"/>
          </ac:spMkLst>
        </pc:spChg>
        <pc:spChg chg="add del mod">
          <ac:chgData name="Phoebe Grant" userId="75fb2f6f-a730-401c-a49c-7b6cdd90a996" providerId="ADAL" clId="{6195D9B0-FD28-541F-B4EB-6C420E16AB99}" dt="2026-03-28T05:22:52.592" v="613" actId="478"/>
          <ac:spMkLst>
            <pc:docMk/>
            <pc:sldMk cId="2940165082" sldId="445"/>
            <ac:spMk id="6" creationId="{C9F2A225-8CA1-6CD2-2A49-DD0FF1968856}"/>
          </ac:spMkLst>
        </pc:spChg>
        <pc:spChg chg="add del mod">
          <ac:chgData name="Phoebe Grant" userId="75fb2f6f-a730-401c-a49c-7b6cdd90a996" providerId="ADAL" clId="{6195D9B0-FD28-541F-B4EB-6C420E16AB99}" dt="2026-03-28T05:22:52.592" v="613" actId="478"/>
          <ac:spMkLst>
            <pc:docMk/>
            <pc:sldMk cId="2940165082" sldId="445"/>
            <ac:spMk id="7" creationId="{47A8E32D-3BD2-43A9-259F-E86FAC28D0AE}"/>
          </ac:spMkLst>
        </pc:spChg>
        <pc:spChg chg="del">
          <ac:chgData name="Phoebe Grant" userId="75fb2f6f-a730-401c-a49c-7b6cdd90a996" providerId="ADAL" clId="{6195D9B0-FD28-541F-B4EB-6C420E16AB99}" dt="2026-03-28T05:09:58.709" v="332" actId="478"/>
          <ac:spMkLst>
            <pc:docMk/>
            <pc:sldMk cId="2940165082" sldId="445"/>
            <ac:spMk id="8" creationId="{6F6BB77B-5A2B-42F0-65F1-92D45FBF52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17B5-5BF7-3CB3-316D-B2382A20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3A0E5-4DF1-45F1-AC7D-2FBA31B07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3300" y="685800"/>
            <a:ext cx="4851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90507-FA8E-A009-F57F-B5032E04A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Page: Option 1</a:t>
            </a:r>
          </a:p>
        </p:txBody>
      </p:sp>
    </p:spTree>
    <p:extLst>
      <p:ext uri="{BB962C8B-B14F-4D97-AF65-F5344CB8AC3E}">
        <p14:creationId xmlns:p14="http://schemas.microsoft.com/office/powerpoint/2010/main" val="2518325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A3A6-8723-3A07-F76D-833E01F7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7EE9D-809E-7CEF-F7C5-DF416992C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3300" y="685800"/>
            <a:ext cx="4851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38176-0937-64F6-C4F1-DEDC698A2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Page: Option 1</a:t>
            </a:r>
          </a:p>
        </p:txBody>
      </p:sp>
    </p:spTree>
    <p:extLst>
      <p:ext uri="{BB962C8B-B14F-4D97-AF65-F5344CB8AC3E}">
        <p14:creationId xmlns:p14="http://schemas.microsoft.com/office/powerpoint/2010/main" val="770008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0F39-7543-4EEE-D46A-345995113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526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0BF4D-CA2F-C061-E7F7-A465A05FA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4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010" indent="0" algn="ctr">
              <a:buNone/>
              <a:defRPr sz="1754"/>
            </a:lvl2pPr>
            <a:lvl3pPr marL="802020" indent="0" algn="ctr">
              <a:buNone/>
              <a:defRPr sz="1579"/>
            </a:lvl3pPr>
            <a:lvl4pPr marL="1203030" indent="0" algn="ctr">
              <a:buNone/>
              <a:defRPr sz="1403"/>
            </a:lvl4pPr>
            <a:lvl5pPr marL="1604040" indent="0" algn="ctr">
              <a:buNone/>
              <a:defRPr sz="1403"/>
            </a:lvl5pPr>
            <a:lvl6pPr marL="2005051" indent="0" algn="ctr">
              <a:buNone/>
              <a:defRPr sz="1403"/>
            </a:lvl6pPr>
            <a:lvl7pPr marL="2406061" indent="0" algn="ctr">
              <a:buNone/>
              <a:defRPr sz="1403"/>
            </a:lvl7pPr>
            <a:lvl8pPr marL="2807071" indent="0" algn="ctr">
              <a:buNone/>
              <a:defRPr sz="1403"/>
            </a:lvl8pPr>
            <a:lvl9pPr marL="3208081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AE92F-B6C7-3BDF-401F-6437E4F5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16A4-EE51-3343-A1BC-2CE6C18C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35C1-A07E-C53C-6986-D0C5355C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8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B119-8899-6A55-B872-D77383F4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2850-7C0B-532D-776C-7B8BCE00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21F95-0B65-8A9C-4642-97D002E8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24DC1-44D6-03E9-33B7-FC9755E0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64B0-8D4A-E2C8-7245-5A738E0B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29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3E0F-39EC-B618-B029-9AF57D7D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526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587CE-16BC-EE3B-3529-CB68AADB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56909"/>
            <a:ext cx="9223058" cy="1652984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01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202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303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404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505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606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707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808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3EAFC-873F-F9A3-2B52-D17C1590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1203-2744-35DE-3137-9EB891B2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967A-03FD-DE9F-42D5-8F67B57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D786-0FF4-E366-4120-F77C1130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D451F-BFAB-ABC2-0870-22981AC75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1568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2E86E-5CCD-4DF7-792B-393F13CA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4" y="2011568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8FCC0-4789-0660-062D-DFF8EC78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C3826-A5BC-020D-A8C3-E27B48B9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884A6-69BB-87CD-C30E-0B0A89E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21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8AF5-7D49-41AC-1979-EC719C55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304F6-7805-CBA5-98E2-7EE8D0B1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5" y="1852393"/>
            <a:ext cx="4523809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D5F80-A78C-36EF-AD8B-66ECDDA22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5" y="2760222"/>
            <a:ext cx="4523809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F39D2-05B3-0B46-A3C0-F2AB86C8D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2393"/>
            <a:ext cx="4546088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A33A5-DD9C-70CD-48BC-579BE269C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EE243-6F4D-FFAC-41FC-8122A3E2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36CD-CFBB-A4E9-AEA2-8EDC70C9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EF763-7C3A-4F21-3B63-827060BE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655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52F3-405A-D793-C6DF-28F36466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780BA-CB99-C96E-A609-9A4676AB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B478D-78EB-D948-2AE5-97CB50D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B5CBF-1369-5FC0-FA35-A629C597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37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4C385-DBB7-E2C3-7F57-0EA218A4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9CBD8-2917-5974-89CA-218E129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C187F-0E66-1AE3-A285-599011D8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489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6A5B-53B1-14EE-79AD-CE7A6761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BFB7-0D41-7EC5-A6D8-FCD602319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74C7F-F3A8-75EE-1A6C-39D8ECEC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1CA34-1358-9E40-B463-58B99966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0B299-5DBD-B977-AC5E-71441801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97F8F-872B-65A9-2BC7-B615634A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47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C475-79C9-0276-2179-5B852C4B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10624-7306-4468-8F16-9B035B4FF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 marL="0" indent="0">
              <a:buNone/>
              <a:defRPr sz="2807"/>
            </a:lvl1pPr>
            <a:lvl2pPr marL="401010" indent="0">
              <a:buNone/>
              <a:defRPr sz="2456"/>
            </a:lvl2pPr>
            <a:lvl3pPr marL="802020" indent="0">
              <a:buNone/>
              <a:defRPr sz="2105"/>
            </a:lvl3pPr>
            <a:lvl4pPr marL="1203030" indent="0">
              <a:buNone/>
              <a:defRPr sz="1754"/>
            </a:lvl4pPr>
            <a:lvl5pPr marL="1604040" indent="0">
              <a:buNone/>
              <a:defRPr sz="1754"/>
            </a:lvl5pPr>
            <a:lvl6pPr marL="2005051" indent="0">
              <a:buNone/>
              <a:defRPr sz="1754"/>
            </a:lvl6pPr>
            <a:lvl7pPr marL="2406061" indent="0">
              <a:buNone/>
              <a:defRPr sz="1754"/>
            </a:lvl7pPr>
            <a:lvl8pPr marL="2807071" indent="0">
              <a:buNone/>
              <a:defRPr sz="1754"/>
            </a:lvl8pPr>
            <a:lvl9pPr marL="3208081" indent="0">
              <a:buNone/>
              <a:defRPr sz="1754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234C-368A-E869-84A4-F29A9D18B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6D1F4-0A1C-06F0-2209-30EA8CC8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3F6D-07AB-33BA-4372-60BC5849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D0D57-BE17-9606-ACF7-44C0A1F2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17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A4CA-898D-7D24-1F79-B6D30657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4FC56-625E-ED87-5934-9DA1A6C10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0942-B88C-7334-695C-358410E0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F64F3-1126-77A5-FA9B-04DAD7D7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1512-754E-EB73-B545-40F0EBA4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00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F6D1C-69D9-B9D5-3E7B-89701D42B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A2576-B796-1023-8141-81449904D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402314"/>
            <a:ext cx="6783626" cy="640378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5C13-9765-F277-1D91-CC3D2BDF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282F-E1C8-A253-41AC-24841125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3339-1D56-FBBD-7B86-E9396C7F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0798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6" y="1236678"/>
            <a:ext cx="9089390" cy="2630782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676" y="3968913"/>
            <a:ext cx="8020050" cy="1824404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770" indent="0" algn="ctr">
              <a:buNone/>
              <a:defRPr sz="2204"/>
            </a:lvl2pPr>
            <a:lvl3pPr marL="1007540" indent="0" algn="ctr">
              <a:buNone/>
              <a:defRPr sz="1983"/>
            </a:lvl3pPr>
            <a:lvl4pPr marL="1511310" indent="0" algn="ctr">
              <a:buNone/>
              <a:defRPr sz="1763"/>
            </a:lvl4pPr>
            <a:lvl5pPr marL="2015080" indent="0" algn="ctr">
              <a:buNone/>
              <a:defRPr sz="1763"/>
            </a:lvl5pPr>
            <a:lvl6pPr marL="2518850" indent="0" algn="ctr">
              <a:buNone/>
              <a:defRPr sz="1763"/>
            </a:lvl6pPr>
            <a:lvl7pPr marL="3022619" indent="0" algn="ctr">
              <a:buNone/>
              <a:defRPr sz="1763"/>
            </a:lvl7pPr>
            <a:lvl8pPr marL="3526390" indent="0" algn="ctr">
              <a:buNone/>
              <a:defRPr sz="1763"/>
            </a:lvl8pPr>
            <a:lvl9pPr marL="4030159" indent="0" algn="ctr">
              <a:buNone/>
              <a:defRPr sz="176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3B278F-3762-4A39-989F-F3BE113C4A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9494" y="358625"/>
            <a:ext cx="2794415" cy="2047015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9187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5" y="402315"/>
            <a:ext cx="9223058" cy="14605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66" y="1852392"/>
            <a:ext cx="4523808" cy="90782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70" indent="0">
              <a:buNone/>
              <a:defRPr sz="2204" b="1"/>
            </a:lvl2pPr>
            <a:lvl3pPr marL="1007540" indent="0">
              <a:buNone/>
              <a:defRPr sz="1983" b="1"/>
            </a:lvl3pPr>
            <a:lvl4pPr marL="1511310" indent="0">
              <a:buNone/>
              <a:defRPr sz="1763" b="1"/>
            </a:lvl4pPr>
            <a:lvl5pPr marL="2015080" indent="0">
              <a:buNone/>
              <a:defRPr sz="1763" b="1"/>
            </a:lvl5pPr>
            <a:lvl6pPr marL="2518850" indent="0">
              <a:buNone/>
              <a:defRPr sz="1763" b="1"/>
            </a:lvl6pPr>
            <a:lvl7pPr marL="3022619" indent="0">
              <a:buNone/>
              <a:defRPr sz="1763" b="1"/>
            </a:lvl7pPr>
            <a:lvl8pPr marL="3526390" indent="0">
              <a:buNone/>
              <a:defRPr sz="1763" b="1"/>
            </a:lvl8pPr>
            <a:lvl9pPr marL="403015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566" y="2760221"/>
            <a:ext cx="4523808" cy="40598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3535" y="1852392"/>
            <a:ext cx="4546088" cy="90782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70" indent="0">
              <a:buNone/>
              <a:defRPr sz="2204" b="1"/>
            </a:lvl2pPr>
            <a:lvl3pPr marL="1007540" indent="0">
              <a:buNone/>
              <a:defRPr sz="1983" b="1"/>
            </a:lvl3pPr>
            <a:lvl4pPr marL="1511310" indent="0">
              <a:buNone/>
              <a:defRPr sz="1763" b="1"/>
            </a:lvl4pPr>
            <a:lvl5pPr marL="2015080" indent="0">
              <a:buNone/>
              <a:defRPr sz="1763" b="1"/>
            </a:lvl5pPr>
            <a:lvl6pPr marL="2518850" indent="0">
              <a:buNone/>
              <a:defRPr sz="1763" b="1"/>
            </a:lvl6pPr>
            <a:lvl7pPr marL="3022619" indent="0">
              <a:buNone/>
              <a:defRPr sz="1763" b="1"/>
            </a:lvl7pPr>
            <a:lvl8pPr marL="3526390" indent="0">
              <a:buNone/>
              <a:defRPr sz="1763" b="1"/>
            </a:lvl8pPr>
            <a:lvl9pPr marL="403015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3535" y="2760221"/>
            <a:ext cx="4546088" cy="40598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541726-614E-4BFF-B662-DFA9E1C224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074" y="457008"/>
            <a:ext cx="4251956" cy="27896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934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994A8-B387-F4B0-A587-74AB2C26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314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632AB-713D-8B64-57E0-D899A378E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1568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950D5-869C-A44D-58CB-6C80358B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1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5995A-E276-47F8-B7D2-C8AE6CD8C43B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8ED9-E513-F6D8-C39E-05C4C8A2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89" y="7003756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848B0-FD90-F61C-9880-BA17F2E5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4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610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xStyles>
    <p:titleStyle>
      <a:lvl1pPr algn="l" defTabSz="802020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505" indent="-200505" algn="l" defTabSz="802020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515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525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535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54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55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56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57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58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101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202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303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404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505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606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707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808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21257-A617-052B-238F-23B5EDD57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7BB386-3292-F31E-2370-6ECACCE3F9C3}"/>
              </a:ext>
            </a:extLst>
          </p:cNvPr>
          <p:cNvSpPr txBox="1"/>
          <p:nvPr/>
        </p:nvSpPr>
        <p:spPr>
          <a:xfrm>
            <a:off x="1149384" y="3921072"/>
            <a:ext cx="75261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Montserrat ExtraBold" pitchFamily="2" charset="77"/>
              </a:rPr>
              <a:t>Client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6D24E-33C8-E810-D5DC-D3C620C8F1F8}"/>
              </a:ext>
            </a:extLst>
          </p:cNvPr>
          <p:cNvSpPr txBox="1"/>
          <p:nvPr/>
        </p:nvSpPr>
        <p:spPr>
          <a:xfrm>
            <a:off x="5850805" y="6100278"/>
            <a:ext cx="382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Montserrat SemiBold" pitchFamily="2" charset="77"/>
              </a:rPr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3313124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88A8C-145C-B9CE-1C1B-A2BA3489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CFFF8B-F788-73E0-85F0-564EE92BE089}"/>
              </a:ext>
            </a:extLst>
          </p:cNvPr>
          <p:cNvSpPr txBox="1"/>
          <p:nvPr/>
        </p:nvSpPr>
        <p:spPr>
          <a:xfrm>
            <a:off x="1313962" y="6178061"/>
            <a:ext cx="806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Montserrat SemiBold" pitchFamily="2" charset="77"/>
              </a:rPr>
              <a:t> Rep Number  </a:t>
            </a:r>
            <a:r>
              <a:rPr lang="en-AU" sz="2400" b="1" dirty="0">
                <a:solidFill>
                  <a:schemeClr val="tx2"/>
                </a:solidFill>
                <a:latin typeface="Montserrat SemiBold" pitchFamily="2" charset="77"/>
              </a:rPr>
              <a:t>|</a:t>
            </a:r>
            <a:r>
              <a:rPr lang="en-AU" sz="2400" b="1" dirty="0">
                <a:latin typeface="Montserrat SemiBold" pitchFamily="2" charset="77"/>
              </a:rPr>
              <a:t>  Rep Email</a:t>
            </a:r>
            <a:endParaRPr lang="en-US" sz="2400" b="1" dirty="0">
              <a:solidFill>
                <a:schemeClr val="tx2"/>
              </a:solidFill>
              <a:latin typeface="Montserrat SemiBold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76BE0-94E1-6636-AF04-EB4ABD7378D9}"/>
              </a:ext>
            </a:extLst>
          </p:cNvPr>
          <p:cNvSpPr txBox="1"/>
          <p:nvPr/>
        </p:nvSpPr>
        <p:spPr>
          <a:xfrm>
            <a:off x="3675432" y="2168770"/>
            <a:ext cx="3342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+mj-lt"/>
              </a:rPr>
              <a:t>Rep Name!</a:t>
            </a:r>
          </a:p>
        </p:txBody>
      </p:sp>
    </p:spTree>
    <p:extLst>
      <p:ext uri="{BB962C8B-B14F-4D97-AF65-F5344CB8AC3E}">
        <p14:creationId xmlns:p14="http://schemas.microsoft.com/office/powerpoint/2010/main" val="2940165082"/>
      </p:ext>
    </p:extLst>
  </p:cSld>
  <p:clrMapOvr>
    <a:masterClrMapping/>
  </p:clrMapOvr>
</p:sld>
</file>

<file path=ppt/theme/theme1.xml><?xml version="1.0" encoding="utf-8"?>
<a:theme xmlns:a="http://schemas.openxmlformats.org/drawingml/2006/main" name="2_Gawk">
  <a:themeElements>
    <a:clrScheme name="Gawk">
      <a:dk1>
        <a:srgbClr val="000000"/>
      </a:dk1>
      <a:lt1>
        <a:srgbClr val="FFFFFF"/>
      </a:lt1>
      <a:dk2>
        <a:srgbClr val="542D54"/>
      </a:dk2>
      <a:lt2>
        <a:srgbClr val="D7DF23"/>
      </a:lt2>
      <a:accent1>
        <a:srgbClr val="542D54"/>
      </a:accent1>
      <a:accent2>
        <a:srgbClr val="D7DF23"/>
      </a:accent2>
      <a:accent3>
        <a:srgbClr val="542D54"/>
      </a:accent3>
      <a:accent4>
        <a:srgbClr val="D7DF23"/>
      </a:accent4>
      <a:accent5>
        <a:srgbClr val="542D54"/>
      </a:accent5>
      <a:accent6>
        <a:srgbClr val="D7DF23"/>
      </a:accent6>
      <a:hlink>
        <a:srgbClr val="FFFFFF"/>
      </a:hlink>
      <a:folHlink>
        <a:srgbClr val="000000"/>
      </a:folHlink>
    </a:clrScheme>
    <a:fontScheme name="Gawk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9356" tIns="39356" rIns="39356" bIns="39356" numCol="1" spcCol="38100" rtlCol="0" anchor="ctr">
        <a:spAutoFit/>
      </a:bodyPr>
      <a:lstStyle>
        <a:defPPr marL="0" marR="0" indent="0" algn="ctr" defTabSz="45260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9356" tIns="39356" rIns="39356" bIns="39356" numCol="1" spcCol="38100" rtlCol="0" anchor="ctr">
        <a:spAutoFit/>
      </a:bodyPr>
      <a:lstStyle>
        <a:defPPr marL="0" marR="0" indent="0" algn="ctr" defTabSz="1343344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a52916-d7d8-4d7a-989c-f65659b03113" xsi:nil="true"/>
    <lcf76f155ced4ddcb4097134ff3c332f xmlns="2512bde3-83ea-45d9-86ac-bc70a4300d2e">
      <Terms xmlns="http://schemas.microsoft.com/office/infopath/2007/PartnerControls"/>
    </lcf76f155ced4ddcb4097134ff3c332f>
    <SharedWithUsers xmlns="d7a52916-d7d8-4d7a-989c-f65659b03113">
      <UserInfo>
        <DisplayName>Annabelle Vassallo</DisplayName>
        <AccountId>111</AccountId>
        <AccountType/>
      </UserInfo>
      <UserInfo>
        <DisplayName>Tim Stevenson</DisplayName>
        <AccountId>71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05E449A0B6524CAC6EB2F4271B8840" ma:contentTypeVersion="19" ma:contentTypeDescription="Create a new document." ma:contentTypeScope="" ma:versionID="0164c5ba44167e87f3825ac3f9f8e292">
  <xsd:schema xmlns:xsd="http://www.w3.org/2001/XMLSchema" xmlns:xs="http://www.w3.org/2001/XMLSchema" xmlns:p="http://schemas.microsoft.com/office/2006/metadata/properties" xmlns:ns2="2512bde3-83ea-45d9-86ac-bc70a4300d2e" xmlns:ns3="d7a52916-d7d8-4d7a-989c-f65659b03113" targetNamespace="http://schemas.microsoft.com/office/2006/metadata/properties" ma:root="true" ma:fieldsID="e28debbe449f1f66fe280014a5bb01f9" ns2:_="" ns3:_="">
    <xsd:import namespace="2512bde3-83ea-45d9-86ac-bc70a4300d2e"/>
    <xsd:import namespace="d7a52916-d7d8-4d7a-989c-f65659b03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2bde3-83ea-45d9-86ac-bc70a430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293c0c0-a31f-4a38-81da-d26352fb7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52916-d7d8-4d7a-989c-f65659b031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fee0a1f-2fbe-43d1-b62d-320a030a344d}" ma:internalName="TaxCatchAll" ma:showField="CatchAllData" ma:web="d7a52916-d7d8-4d7a-989c-f65659b031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64BFFB-C173-4CE8-B134-6B0C6D438386}">
  <ds:schemaRefs>
    <ds:schemaRef ds:uri="http://schemas.microsoft.com/office/2006/documentManagement/types"/>
    <ds:schemaRef ds:uri="http://purl.org/dc/dcmitype/"/>
    <ds:schemaRef ds:uri="http://purl.org/dc/elements/1.1/"/>
    <ds:schemaRef ds:uri="d7a52916-d7d8-4d7a-989c-f65659b03113"/>
    <ds:schemaRef ds:uri="http://schemas.openxmlformats.org/package/2006/metadata/core-properties"/>
    <ds:schemaRef ds:uri="2512bde3-83ea-45d9-86ac-bc70a4300d2e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F68F872-0142-4F51-BAC5-C0C4988141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947B3C-A022-4B6D-9D29-DF9E3CA2AC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2bde3-83ea-45d9-86ac-bc70a4300d2e"/>
    <ds:schemaRef ds:uri="d7a52916-d7d8-4d7a-989c-f65659b031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4262</TotalTime>
  <Words>23</Words>
  <Application>Microsoft Macintosh PowerPoint</Application>
  <PresentationFormat>Custom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Helvetica Neue</vt:lpstr>
      <vt:lpstr>Montserrat</vt:lpstr>
      <vt:lpstr>Montserrat ExtraBold</vt:lpstr>
      <vt:lpstr>Montserrat SemiBold</vt:lpstr>
      <vt:lpstr>2_Gawk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Course</dc:creator>
  <cp:lastModifiedBy>Phoebe Grant</cp:lastModifiedBy>
  <cp:revision>31</cp:revision>
  <dcterms:modified xsi:type="dcterms:W3CDTF">2026-03-28T05:36:46Z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0x0101000205E449A0B6524CAC6EB2F4271B8840</vt:lpwstr>
  </property>
  <property fmtid="{D5CDD505-2E9C-101B-9397-08002B2CF9AE}" pid="3" name="MediaServiceImageTags">
    <vt:lpwstr/>
  </property>
  <property fmtid="{D5CDD505-2E9C-101B-9397-08002B2CF9AE}" pid="4" name="MSIP_Label_4828451a-1827-4ed8-9ba4-e51c1421285c_Enabled">
    <vt:lpwstr>true</vt:lpwstr>
  </property>
  <property fmtid="{D5CDD505-2E9C-101B-9397-08002B2CF9AE}" pid="5" name="MSIP_Label_4828451a-1827-4ed8-9ba4-e51c1421285c_SetDate">
    <vt:lpwstr>2025-02-02T23:01:40Z</vt:lpwstr>
  </property>
  <property fmtid="{D5CDD505-2E9C-101B-9397-08002B2CF9AE}" pid="6" name="MSIP_Label_4828451a-1827-4ed8-9ba4-e51c1421285c_Method">
    <vt:lpwstr>Standard</vt:lpwstr>
  </property>
  <property fmtid="{D5CDD505-2E9C-101B-9397-08002B2CF9AE}" pid="7" name="MSIP_Label_4828451a-1827-4ed8-9ba4-e51c1421285c_Name">
    <vt:lpwstr>Public</vt:lpwstr>
  </property>
  <property fmtid="{D5CDD505-2E9C-101B-9397-08002B2CF9AE}" pid="8" name="MSIP_Label_4828451a-1827-4ed8-9ba4-e51c1421285c_SiteId">
    <vt:lpwstr>ea8dc14e-715d-4e51-a875-2a37cd3c68ca</vt:lpwstr>
  </property>
  <property fmtid="{D5CDD505-2E9C-101B-9397-08002B2CF9AE}" pid="9" name="MSIP_Label_4828451a-1827-4ed8-9ba4-e51c1421285c_ActionId">
    <vt:lpwstr>c7b65bb4-5adc-4847-96ec-ece66123434b</vt:lpwstr>
  </property>
  <property fmtid="{D5CDD505-2E9C-101B-9397-08002B2CF9AE}" pid="10" name="MSIP_Label_4828451a-1827-4ed8-9ba4-e51c1421285c_ContentBits">
    <vt:lpwstr>0</vt:lpwstr>
  </property>
</Properties>
</file>